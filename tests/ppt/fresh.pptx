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99CBC8-5767-4A09-B9E7-6F8D676F26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EF11DF-031E-49E8-BB1B-6F4465C442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A16106-18AA-452E-8E56-D65BF02C0A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4E3EFA-920F-4726-97DF-AB00455AC5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D2613D-98C6-41C3-97D8-DBE4BA4A91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A5C259-C96C-4B5A-9F6D-EDD8F68423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684A56-BDB1-49DA-B988-2CCD5CD57C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532210-F45D-4B53-9D29-6D712AF9B7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B6A1248-6971-4678-808D-F8199A8270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D3634F-00C5-4E29-BA4C-182A2DBD38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3490A7-0C21-447D-8AD8-9A3134B7A9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【改訂】案件キッティング自動化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 1 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本で完了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"/>
          <p:cNvSpPr/>
          <p:nvPr/>
        </p:nvSpPr>
        <p:spPr>
          <a:xfrm>
            <a:off x="457200" y="6093720"/>
            <a:ext cx="228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【改訂】現状の課題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GUI 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手作業・属人化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457200" y="6093720"/>
            <a:ext cx="228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【改訂】提案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PowerShell + AD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"/>
          <p:cNvSpPr/>
          <p:nvPr/>
        </p:nvSpPr>
        <p:spPr>
          <a:xfrm>
            <a:off x="457200" y="6093720"/>
            <a:ext cx="228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ja-JP</dc:language>
  <cp:lastModifiedBy/>
  <dcterms:modified xsi:type="dcterms:W3CDTF">2026-08-06T11:03:41Z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