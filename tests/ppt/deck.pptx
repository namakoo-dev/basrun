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CCCA0B-682E-4731-B9F3-A9071052EB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A61654-82B7-4B77-BDDE-1CACFF9BF7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BC314D-4CE2-45DC-88F0-A4E61C4095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D1D27F-EFF3-45A6-BF7E-81D72C1911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16D6A-FDA1-4E29-8F7B-4426132465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9C23CB-2301-4D0E-852D-2A6A33BB34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CCAC8-D78A-498F-8BB4-6368B186F0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0B8940-DF5A-4387-BB73-56F24F4B56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E3ED9C-4518-4A30-886D-F473CF1932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963391-E95A-4D49-A696-49799CE908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93584B-5F2C-40B9-B428-6B426FC139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【改訂】案件キッティング自動化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 1 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本で完了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60000" y="5760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【改訂】現状の課題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GUI 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手作業・属人化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60000" y="5760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【改訂】提案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PowerShell + AD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60000" y="5760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BASRUN p.3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ja-JP</dc:language>
  <cp:lastModifiedBy/>
  <dcterms:modified xsi:type="dcterms:W3CDTF">2026-08-06T10:54:39Z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